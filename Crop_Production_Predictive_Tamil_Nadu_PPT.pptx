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9" r:id="rId9"/>
    <p:sldId id="267" r:id="rId10"/>
    <p:sldId id="268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11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../OneDrive/Desktop/pavi/Data%20Science/a_visual_project/district%20wise%20heatmap.png" TargetMode="External"/><Relationship Id="rId3" Type="http://schemas.openxmlformats.org/officeDocument/2006/relationships/hyperlink" Target="../OneDrive/Desktop/pavi/Data%20Science/a_visual_project/area_wise.png" TargetMode="External"/><Relationship Id="rId7" Type="http://schemas.openxmlformats.org/officeDocument/2006/relationships/hyperlink" Target="../OneDrive/Desktop/pavi/Data%20Science/a_visual_project/crop%20wise.png" TargetMode="External"/><Relationship Id="rId12" Type="http://schemas.openxmlformats.org/officeDocument/2006/relationships/hyperlink" Target="../OneDrive/Desktop/pavi/Data%20Science/a_visual_project/production%20of%20crops%20over%20years.png" TargetMode="External"/><Relationship Id="rId2" Type="http://schemas.openxmlformats.org/officeDocument/2006/relationships/hyperlink" Target="../OneDrive/Desktop/pavi/Data%20Science/a_visual_project/top10_crops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../OneDrive/Desktop/pavi/Data%20Science/a_visual_project/rise%20production.png" TargetMode="External"/><Relationship Id="rId11" Type="http://schemas.openxmlformats.org/officeDocument/2006/relationships/hyperlink" Target="../OneDrive/Desktop/pavi/Data%20Science/a_visual_project/season%20wise.png" TargetMode="External"/><Relationship Id="rId5" Type="http://schemas.openxmlformats.org/officeDocument/2006/relationships/hyperlink" Target="../OneDrive/Desktop/pavi/Data%20Science/a_visual_project/distric%20wise.png" TargetMode="External"/><Relationship Id="rId10" Type="http://schemas.openxmlformats.org/officeDocument/2006/relationships/hyperlink" Target="../OneDrive/Desktop/pavi/Data%20Science/a_visual_project/least%205%20district.png" TargetMode="External"/><Relationship Id="rId4" Type="http://schemas.openxmlformats.org/officeDocument/2006/relationships/hyperlink" Target="../OneDrive/Desktop/pavi/Data%20Science/a_visual_project/season_wise.png" TargetMode="External"/><Relationship Id="rId9" Type="http://schemas.openxmlformats.org/officeDocument/2006/relationships/hyperlink" Target="../OneDrive/Desktop/pavi/Data%20Science/a_visual_project/areavscrop.png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Crop Production Prediction in Tamil Nadu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Analysis and Regression Modeling</a:t>
            </a:r>
          </a:p>
          <a:p>
            <a:r>
              <a:rPr lang="en-US" dirty="0"/>
              <a:t>K. Pavithra Srinivasan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November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7502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83581" y="1793290"/>
            <a:ext cx="7932198" cy="3719744"/>
          </a:xfrm>
        </p:spPr>
        <p:txBody>
          <a:bodyPr/>
          <a:lstStyle/>
          <a:p>
            <a:r>
              <a:rPr dirty="0"/>
              <a:t>- Agriculture is vital for Tamil Nadu and India.</a:t>
            </a:r>
          </a:p>
          <a:p>
            <a:r>
              <a:rPr dirty="0"/>
              <a:t>- Predicting crop production helps farmers and policymakers.</a:t>
            </a:r>
          </a:p>
          <a:p>
            <a:r>
              <a:rPr dirty="0"/>
              <a:t>- Goal: Analyze crop production patterns and predict yield using regression models.</a:t>
            </a:r>
          </a:p>
        </p:txBody>
      </p:sp>
    </p:spTree>
    <p:extLst>
      <p:ext uri="{BB962C8B-B14F-4D97-AF65-F5344CB8AC3E}">
        <p14:creationId xmlns:p14="http://schemas.microsoft.com/office/powerpoint/2010/main" val="2700532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0DAB19-D02A-32FD-319C-D2085E567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0"/>
            <a:ext cx="8571390" cy="6858000"/>
          </a:xfrm>
          <a:prstGeom prst="rect">
            <a:avLst/>
          </a:prstGeom>
          <a:effectLst>
            <a:glow rad="127000">
              <a:schemeClr val="accent1">
                <a:alpha val="99000"/>
              </a:schemeClr>
            </a:glow>
            <a:outerShdw blurRad="50800" dist="50800" dir="5400000" sx="1000" sy="1000" algn="ctr" rotWithShape="0">
              <a:srgbClr val="000000"/>
            </a:outerShdw>
            <a:reflection stA="99000" endPos="65000" dist="508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Started with India crop dataset.</a:t>
            </a:r>
          </a:p>
          <a:p>
            <a:r>
              <a:rPr dirty="0"/>
              <a:t>- Filtered only Tamil Nadu records using NumPy.</a:t>
            </a:r>
          </a:p>
          <a:p>
            <a:r>
              <a:rPr dirty="0"/>
              <a:t>- Prepared separate Tamil Nadu crop CSV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5976" y="3915052"/>
            <a:ext cx="333356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b="1" dirty="0"/>
              <a:t>Crop production in India </a:t>
            </a:r>
          </a:p>
          <a:p>
            <a:pPr latinLnBrk="1"/>
            <a:r>
              <a:rPr lang="en-US" b="1" dirty="0"/>
              <a:t>dataset:</a:t>
            </a:r>
          </a:p>
          <a:p>
            <a:pPr latinLnBrk="1"/>
            <a:r>
              <a:rPr lang="en-US" dirty="0"/>
              <a:t> ['</a:t>
            </a:r>
            <a:r>
              <a:rPr lang="en-US" dirty="0" err="1"/>
              <a:t>State_Name</a:t>
            </a:r>
            <a:r>
              <a:rPr lang="en-US" dirty="0"/>
              <a:t>’ </a:t>
            </a:r>
          </a:p>
          <a:p>
            <a:pPr latinLnBrk="1"/>
            <a:r>
              <a:rPr lang="en-US" dirty="0"/>
              <a:t>'</a:t>
            </a:r>
            <a:r>
              <a:rPr lang="en-US" dirty="0" err="1"/>
              <a:t>District_Name</a:t>
            </a:r>
            <a:r>
              <a:rPr lang="en-US" dirty="0"/>
              <a:t>’ </a:t>
            </a:r>
          </a:p>
          <a:p>
            <a:pPr latinLnBrk="1"/>
            <a:r>
              <a:rPr lang="en-US" dirty="0"/>
              <a:t>'Crop’ </a:t>
            </a:r>
          </a:p>
          <a:p>
            <a:pPr latinLnBrk="1"/>
            <a:r>
              <a:rPr lang="en-US" dirty="0"/>
              <a:t>'</a:t>
            </a:r>
            <a:r>
              <a:rPr lang="en-US" dirty="0" err="1"/>
              <a:t>Crop_Year</a:t>
            </a:r>
            <a:r>
              <a:rPr lang="en-US" dirty="0"/>
              <a:t>’</a:t>
            </a:r>
          </a:p>
          <a:p>
            <a:pPr latinLnBrk="1"/>
            <a:r>
              <a:rPr lang="en-US" dirty="0"/>
              <a:t> 'Season’</a:t>
            </a:r>
          </a:p>
          <a:p>
            <a:pPr latinLnBrk="1"/>
            <a:r>
              <a:rPr lang="en-US" dirty="0"/>
              <a:t> 'Area’ </a:t>
            </a:r>
          </a:p>
          <a:p>
            <a:pPr latinLnBrk="1"/>
            <a:r>
              <a:rPr lang="en-US" dirty="0"/>
              <a:t>'Production’</a:t>
            </a:r>
          </a:p>
          <a:p>
            <a:pPr latinLnBrk="1"/>
            <a:r>
              <a:rPr lang="en-US" dirty="0"/>
              <a:t> 'Yield']</a:t>
            </a:r>
          </a:p>
          <a:p>
            <a:pPr>
              <a:defRPr sz="1400"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C9E0F-8B81-1366-52FB-5A820080B254}"/>
              </a:ext>
            </a:extLst>
          </p:cNvPr>
          <p:cNvSpPr txBox="1"/>
          <p:nvPr/>
        </p:nvSpPr>
        <p:spPr>
          <a:xfrm>
            <a:off x="5264458" y="3907654"/>
            <a:ext cx="333356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b="1" dirty="0"/>
              <a:t>Crop production in Tamil Nadu </a:t>
            </a:r>
          </a:p>
          <a:p>
            <a:pPr latinLnBrk="1"/>
            <a:r>
              <a:rPr lang="en-US" b="1" dirty="0"/>
              <a:t>dataset:</a:t>
            </a:r>
          </a:p>
          <a:p>
            <a:pPr latinLnBrk="1"/>
            <a:r>
              <a:rPr lang="en-US" dirty="0"/>
              <a:t> ['</a:t>
            </a:r>
            <a:r>
              <a:rPr lang="en-US" dirty="0" err="1"/>
              <a:t>State_Name</a:t>
            </a:r>
            <a:r>
              <a:rPr lang="en-US" dirty="0"/>
              <a:t>’ == Tamil Nadu</a:t>
            </a:r>
          </a:p>
          <a:p>
            <a:pPr latinLnBrk="1"/>
            <a:r>
              <a:rPr lang="en-US" dirty="0"/>
              <a:t>'</a:t>
            </a:r>
            <a:r>
              <a:rPr lang="en-US" dirty="0" err="1"/>
              <a:t>District_Name</a:t>
            </a:r>
            <a:r>
              <a:rPr lang="en-US" dirty="0"/>
              <a:t>’ </a:t>
            </a:r>
          </a:p>
          <a:p>
            <a:pPr latinLnBrk="1"/>
            <a:r>
              <a:rPr lang="en-US" dirty="0"/>
              <a:t>'Crop’ </a:t>
            </a:r>
          </a:p>
          <a:p>
            <a:pPr latinLnBrk="1"/>
            <a:r>
              <a:rPr lang="en-US" dirty="0"/>
              <a:t>'</a:t>
            </a:r>
            <a:r>
              <a:rPr lang="en-US" dirty="0" err="1"/>
              <a:t>Crop_Year</a:t>
            </a:r>
            <a:r>
              <a:rPr lang="en-US" dirty="0"/>
              <a:t>’</a:t>
            </a:r>
          </a:p>
          <a:p>
            <a:pPr latinLnBrk="1"/>
            <a:r>
              <a:rPr lang="en-US" dirty="0"/>
              <a:t> 'Season’</a:t>
            </a:r>
          </a:p>
          <a:p>
            <a:pPr latinLnBrk="1"/>
            <a:r>
              <a:rPr lang="en-US" dirty="0"/>
              <a:t> 'Area’ </a:t>
            </a:r>
          </a:p>
          <a:p>
            <a:pPr latinLnBrk="1"/>
            <a:r>
              <a:rPr lang="en-US" dirty="0"/>
              <a:t>'Production’</a:t>
            </a:r>
          </a:p>
          <a:p>
            <a:pPr latinLnBrk="1"/>
            <a:r>
              <a:rPr lang="en-US" dirty="0"/>
              <a:t> 'Yield']</a:t>
            </a:r>
          </a:p>
          <a:p>
            <a:pPr>
              <a:defRPr sz="14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Loaded Tamil Nadu dataset in Pandas.</a:t>
            </a:r>
          </a:p>
          <a:p>
            <a:r>
              <a:t>- Converted categorical fields to numerical: State_Name, District_Name, Season, Crop.</a:t>
            </a:r>
          </a:p>
          <a:p>
            <a:r>
              <a:t>- Normalized numerical fields.</a:t>
            </a:r>
          </a:p>
          <a:p>
            <a:r>
              <a:t>- Replaced outliers with median values.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0A005-2090-6FA4-995E-5BC578E2B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246" y="4394073"/>
            <a:ext cx="3069480" cy="22641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11445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u="sng" dirty="0"/>
              <a:t>Performed multiple visual analyses:</a:t>
            </a:r>
          </a:p>
          <a:p>
            <a:r>
              <a:rPr dirty="0"/>
              <a:t>-</a:t>
            </a:r>
            <a:r>
              <a:rPr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Top 10 crops by production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Area-wise production by district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Season-wise rice production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District-wise rice production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Rice production over years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7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Crop-wise production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8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District-wise production heatmap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Area vs Crop Year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10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Least 5 districts in agriculture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11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Season-wise crop distribution</a:t>
            </a:r>
            <a:endParaRPr dirty="0">
              <a:solidFill>
                <a:srgbClr val="0000FF"/>
              </a:solidFill>
            </a:endParaRPr>
          </a:p>
          <a:p>
            <a:r>
              <a:rPr dirty="0"/>
              <a:t>- </a:t>
            </a:r>
            <a:r>
              <a:rPr dirty="0">
                <a:solidFill>
                  <a:srgbClr val="0000FF"/>
                </a:solidFill>
                <a:hlinkClick r:id="rId1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Production over years</a:t>
            </a:r>
            <a:endParaRPr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SLR: One predictor at a time</a:t>
            </a:r>
          </a:p>
          <a:p>
            <a:r>
              <a:t>- MLR: Multiple predictors (District_Code, Season_Code, Crop_Code)</a:t>
            </a:r>
          </a:p>
          <a:p>
            <a:r>
              <a:t>- Scatter plot shows imperfect predictions</a:t>
            </a:r>
          </a:p>
          <a:p>
            <a:r>
              <a:t>- MLR R² = 0.008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F80FFE-CF5D-5D86-5E39-7255DD4E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" y="97325"/>
            <a:ext cx="9671891" cy="617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9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92FBF4-B83E-130C-3C98-C5EEED907ED4}"/>
              </a:ext>
            </a:extLst>
          </p:cNvPr>
          <p:cNvSpPr/>
          <p:nvPr/>
        </p:nvSpPr>
        <p:spPr>
          <a:xfrm>
            <a:off x="294073" y="108725"/>
            <a:ext cx="411702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SLR summary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968AF-3B46-EE25-210A-ACBA75638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486" y="478057"/>
            <a:ext cx="7093315" cy="4788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A572EC-FB80-E7B2-0B86-BD100EC5FE3A}"/>
              </a:ext>
            </a:extLst>
          </p:cNvPr>
          <p:cNvSpPr txBox="1"/>
          <p:nvPr/>
        </p:nvSpPr>
        <p:spPr>
          <a:xfrm>
            <a:off x="413366" y="5364280"/>
            <a:ext cx="84415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Observation:</a:t>
            </a:r>
          </a:p>
          <a:p>
            <a:r>
              <a:rPr lang="en-US" sz="1400" b="1" dirty="0"/>
              <a:t>"Increasing Area slightly increases Production, and this effect is statistically significant. But since the R² is very low (0.083), Area alone cannot explain most of the variation in Production. Other factors should be included for better prediction."</a:t>
            </a:r>
          </a:p>
          <a:p>
            <a:r>
              <a:rPr lang="en-US" sz="1400" b="1" dirty="0"/>
              <a:t>So, we should move next to a Multiple Linear Regression (MLR) model, including more features like District Code, Crop Code, Season Code and </a:t>
            </a:r>
            <a:r>
              <a:rPr lang="en-US" sz="1400" b="1" dirty="0" err="1"/>
              <a:t>Crop_Year</a:t>
            </a:r>
            <a:r>
              <a:rPr lang="en-US" sz="1400" b="1" dirty="0"/>
              <a:t> to capture other influences.</a:t>
            </a:r>
          </a:p>
        </p:txBody>
      </p:sp>
    </p:spTree>
    <p:extLst>
      <p:ext uri="{BB962C8B-B14F-4D97-AF65-F5344CB8AC3E}">
        <p14:creationId xmlns:p14="http://schemas.microsoft.com/office/powerpoint/2010/main" val="189934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64DCCE-A42F-78A5-E086-8373163BD3A2}"/>
              </a:ext>
            </a:extLst>
          </p:cNvPr>
          <p:cNvSpPr/>
          <p:nvPr/>
        </p:nvSpPr>
        <p:spPr>
          <a:xfrm>
            <a:off x="1583010" y="0"/>
            <a:ext cx="158684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MLR summary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988106-D163-E7B4-2E92-71B9082EB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39" y="369332"/>
            <a:ext cx="4127712" cy="2768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809B4F-E637-FAC1-099E-7198DDFA9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151" y="445289"/>
            <a:ext cx="4565885" cy="2895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55B886-F9C3-188E-6342-0A9F8040C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7406"/>
            <a:ext cx="9144000" cy="278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56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preprocessing and normalization improved dataset quality.</a:t>
            </a:r>
          </a:p>
          <a:p>
            <a:r>
              <a:t>- EDA revealed seasonal, district-wise, and crop-wise production patterns.</a:t>
            </a:r>
          </a:p>
          <a:p>
            <a:r>
              <a:t>- MLR model predictions are limited due to low R² and multicollinearity.</a:t>
            </a:r>
          </a:p>
          <a:p>
            <a:r>
              <a:t>- Larger area does not always guarantee higher production.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Successfully prepared Tamil Nadu crop dataset from India dataset.</a:t>
            </a:r>
          </a:p>
          <a:p>
            <a:r>
              <a:t>- Preprocessing, normalization, outlier treatment, and EDA done.</a:t>
            </a:r>
          </a:p>
          <a:p>
            <a:r>
              <a:t>- Regression models provided insights but limited predictive accuracy.</a:t>
            </a:r>
          </a:p>
          <a:p>
            <a:r>
              <a:t>- Future improvements: Include rainfall, soil type, fertilizer use, and advanced ML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Extend study to other crops across Tamil Nadu.</a:t>
            </a:r>
          </a:p>
          <a:p>
            <a:r>
              <a:t>- Include additional features for better prediction.</a:t>
            </a:r>
          </a:p>
          <a:p>
            <a:r>
              <a:t>- Apply advanced regression or machine learning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Analysis Workflow:</a:t>
            </a:r>
          </a:p>
          <a:p>
            <a:r>
              <a:t>India Dataset → Filter Tamil Nadu → Dataset Preparation → Preprocessing → EDA → Regression → Evaluation →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530</Words>
  <Application>Microsoft Office PowerPoint</Application>
  <PresentationFormat>On-screen Show (4:3)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Crop Production Prediction in Tamil Nadu</vt:lpstr>
      <vt:lpstr>Project Overview</vt:lpstr>
      <vt:lpstr>PowerPoint Presentation</vt:lpstr>
      <vt:lpstr>Dataset Preparation</vt:lpstr>
      <vt:lpstr>Data Preprocessing</vt:lpstr>
      <vt:lpstr>Exploratory Data Analysis (EDA)</vt:lpstr>
      <vt:lpstr>Regression Modeling</vt:lpstr>
      <vt:lpstr>PowerPoint Presentation</vt:lpstr>
      <vt:lpstr>PowerPoint Presentation</vt:lpstr>
      <vt:lpstr>PowerPoint Presentation</vt:lpstr>
      <vt:lpstr>Key Observations</vt:lpstr>
      <vt:lpstr>Conclusion</vt:lpstr>
      <vt:lpstr>Future Scope</vt:lpstr>
      <vt:lpstr>Workflow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 srinivasan</cp:lastModifiedBy>
  <cp:revision>3</cp:revision>
  <dcterms:created xsi:type="dcterms:W3CDTF">2013-01-27T09:14:16Z</dcterms:created>
  <dcterms:modified xsi:type="dcterms:W3CDTF">2025-10-31T20:18:55Z</dcterms:modified>
  <cp:category/>
</cp:coreProperties>
</file>